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CY-HACK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43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Lane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488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vault open-ended promet le retrait à tout moment.</a:t>
            </a:r>
            <a:endParaRPr lang="en-US" sz="17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cesse de pouvoir tenir cette promesse dès qu'il fonctionne bien.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32918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3493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— Open-ended vault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Protocol V1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Flavour Loaded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XLS-65 · XLS-66 · TokenEscrow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xrpl@4.6.0 stable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8561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network_id 4001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Hackathon Devnet · rippled 3.4.0-rc1 · 12-13 septembre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Ouvert en droit, fermé en fait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vault finance des prêts à terme fixe. Un seul LoanSet peut absorber la totalité de la liquidité — sans avertissement, sans plancher, sans plafond.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87752" cy="1600200"/>
          </a:xfrm>
          <a:prstGeom prst="roundRect">
            <a:avLst>
              <a:gd name="adj" fmla="val 3429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04088" y="21214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88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capital prêté</a:t>
            </a:r>
            <a:endParaRPr lang="en-US" sz="12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une transaction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3552" y="1920240"/>
            <a:ext cx="2587752" cy="1600200"/>
          </a:xfrm>
          <a:prstGeom prst="roundRect">
            <a:avLst>
              <a:gd name="adj" fmla="val 3429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21214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0,000000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788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XRP encore</a:t>
            </a:r>
            <a:endParaRPr lang="en-US" sz="12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retirables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44184" y="1920240"/>
            <a:ext cx="2587752" cy="1600200"/>
          </a:xfrm>
          <a:prstGeom prst="roundRect">
            <a:avLst>
              <a:gd name="adj" fmla="val 3429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45352" y="21214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6245352" y="2788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échéances avant</a:t>
            </a:r>
            <a:endParaRPr lang="en-US" sz="12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prochain remboursement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79476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champ AssetsAvailable ne tombe pas à zéro : il disparaît du nœud. Un client naïf affiche NaN au moment précis où le déposant en a le plus besoin.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Rencontré en écrivant la démo, pas mis en scène.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DÉCOUVERTE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protocole dit non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trésorière a une facture à payer. Elle demande ses 30 XRP.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222B3D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D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VaultWithdraw  →  30 000 000 shares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tecINSUFFICIENT_FUNDS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9019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72A5FD04EF0B190B4E01F1E7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DA508CD6423CCB62811AE34D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248716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vérifiable on-chain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2004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5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inscrit dans le ledger, avec un hash — ce que le jury peut vérifier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7673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813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 local, aucune trace, aucun hash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cinq garde-fous de l'étape 7 sont des tec. La distinction compte.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Céder la part, jamais la créance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3959352" cy="2286000"/>
          </a:xfrm>
          <a:prstGeom prst="roundRect">
            <a:avLst>
              <a:gd name="adj" fmla="val 240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8470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5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CESSIBLE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1762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dette de l'emprunteur.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25146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des 15 transactions XLS-65/66 ne la transfère. Elle ne bouge pas.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59352" cy="2286000"/>
          </a:xfrm>
          <a:prstGeom prst="roundRect">
            <a:avLst>
              <a:gd name="adj" fmla="val 240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965192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de vault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965192" y="18470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5C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CESSIBLE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65192" y="21762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quote-part du déposant.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965192" y="25146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MPT. Transférable, escrowable, et elle porte le rendement avec elle.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749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une part de fonds obligataire ne vend pas les obligations du portefeuille. L'emprunteur ne voit même pas la transaction.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XLS-66 n'offre aucune cession de créance — item du rapport.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MÉCANISME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coffres, une seule clé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152144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152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115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L'acheteur verrouille son paiement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s'engage en premier : la vendeuse n'expose rien avant de voir l'argent bloqué.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188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5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EscrowCreate · expire à +2 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002536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965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vendeuse verrouille ses parts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6771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Expiration plus courte : une fois le secret révélé, elle a le temps d'encaisser.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3911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5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EscrowCreate · expire à +1 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852928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292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L'acheteur prend les parts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prendre, il est obligé de publier la clé qui libère le paiement.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895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5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EscrowFinish · le secret devient public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666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vendeuse encaisse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96849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variable locale. C'est la publication on-chain qui prouve l'atomicité.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7398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5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EscrowFinish · secret relu dans le ledger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notaire, ni séquestre, ni confiance. Le DEX refuse les MPT : temDISABLED.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 live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743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transactions · 1 min 13 s · sur le devnet, en direct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035040" y="1417320"/>
            <a:ext cx="2606040" cy="548640"/>
          </a:xfrm>
          <a:prstGeom prst="roundRect">
            <a:avLst>
              <a:gd name="adj" fmla="val 1000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263640" y="1581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Le vault tourne et se vide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35040" y="2075688"/>
            <a:ext cx="2606040" cy="548640"/>
          </a:xfrm>
          <a:prstGeom prst="roundRect">
            <a:avLst>
              <a:gd name="adj" fmla="val 1000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63640" y="2240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Le mur : le retrait est refusé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2734056"/>
            <a:ext cx="2606040" cy="548640"/>
          </a:xfrm>
          <a:prstGeom prst="roundRect">
            <a:avLst>
              <a:gd name="adj" fmla="val 1000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63640" y="2898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La cession atomique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3392424"/>
            <a:ext cx="2606040" cy="548640"/>
          </a:xfrm>
          <a:prstGeom prst="roundRect">
            <a:avLst>
              <a:gd name="adj" fmla="val 1000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63640" y="3557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Le vault paie l'acheteur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scripts/demo.mjs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bar : 8 étapes sur 8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3959352" cy="621792"/>
          </a:xfrm>
          <a:prstGeom prst="roundRect">
            <a:avLst>
              <a:gd name="adj" fmla="val 8824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298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2252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open-ended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4721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VaultCreate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3959352" cy="621792"/>
          </a:xfrm>
          <a:prstGeom prst="roundRect">
            <a:avLst>
              <a:gd name="adj" fmla="val 8824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1298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12252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du prêteur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14721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VaultDeposit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901952"/>
            <a:ext cx="3959352" cy="621792"/>
          </a:xfrm>
          <a:prstGeom prst="roundRect">
            <a:avLst>
              <a:gd name="adj" fmla="val 8824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20574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98424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+ first-loss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23113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LoanBrokerSet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901952"/>
            <a:ext cx="3959352" cy="621792"/>
          </a:xfrm>
          <a:prstGeom prst="roundRect">
            <a:avLst>
              <a:gd name="adj" fmla="val 8824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92040" y="20574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198424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et drawdown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223113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2660904"/>
            <a:ext cx="3959352" cy="621792"/>
          </a:xfrm>
          <a:prstGeom prst="roundRect">
            <a:avLst>
              <a:gd name="adj" fmla="val 8824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85800" y="281635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7432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Remboursement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29900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LoanPay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2660904"/>
            <a:ext cx="3959352" cy="621792"/>
          </a:xfrm>
          <a:prstGeom prst="roundRect">
            <a:avLst>
              <a:gd name="adj" fmla="val 8824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92040" y="281635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27432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+ rendement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29900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VaultWithdraw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3419856"/>
            <a:ext cx="3959352" cy="621792"/>
          </a:xfrm>
          <a:prstGeom prst="roundRect">
            <a:avLst>
              <a:gd name="adj" fmla="val 8824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85800" y="357530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5021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Garde-fous provoqués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37490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× tec + contrôle positif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3419856"/>
            <a:ext cx="3959352" cy="621792"/>
          </a:xfrm>
          <a:prstGeom prst="roundRect">
            <a:avLst>
              <a:gd name="adj" fmla="val 8824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92040" y="357530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35021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257800" y="37490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97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Lane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démontré, pas raconté : la part passe de 1,000000000 à 1,000214800 après une seule échéance.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a son lien explorer dans le README.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— ITEM N°1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First-loss capital » : le nom 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n'absorbe pas la première perte. Décor isolé : 200 XRP de vault, un prêt de 50 XRP, 50 XRP de couverture. Nous provoquons le défaut.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2587752" cy="1463040"/>
          </a:xfrm>
          <a:prstGeom prst="roundRect">
            <a:avLst>
              <a:gd name="adj" fmla="val 375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04088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5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0,25 XRP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4505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ponctionnés sur le</a:t>
            </a:r>
            <a:endParaRPr lang="en-US" sz="12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first-loss capital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3552" y="1691640"/>
            <a:ext cx="2587752" cy="1463040"/>
          </a:xfrm>
          <a:prstGeom prst="roundRect">
            <a:avLst>
              <a:gd name="adj" fmla="val 375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49,75 XRP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4505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encaissés par</a:t>
            </a:r>
            <a:endParaRPr lang="en-US" sz="12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déposants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44184" y="1691640"/>
            <a:ext cx="2587752" cy="1463040"/>
          </a:xfrm>
          <a:prstGeom prst="roundRect">
            <a:avLst>
              <a:gd name="adj" fmla="val 3750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45352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8C97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49,75 XRP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245352" y="24505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couverture restée</a:t>
            </a:r>
            <a:endParaRPr lang="en-US" sz="12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intacte et disponible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3375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222B3D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34930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à la formule documentée — et c'est bien le problème.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785616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CoverRateLiquidation: 5 %  se lit « 5 % du défaut ».  C'est 5 % du minimum requis.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2336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ordres de grandeur. La part du déposant tombe de 1,000000000 à 0,751250000.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figés à la création du broker : l'erreur est irrattrapable.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— LA SUITE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autres, tous reproductibles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3959352" cy="1417320"/>
          </a:xfrm>
          <a:prstGeom prst="roundRect">
            <a:avLst>
              <a:gd name="adj" fmla="val 3871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lsfMPTCanTrade posé, DEX indisponible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80136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protocole marque lui-même les parts comme échangeables. OfferCreate renvoie temDISABLED : XLS-82 n'est pas déployé.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59352" cy="1417320"/>
          </a:xfrm>
          <a:prstGeom prst="roundRect">
            <a:avLst>
              <a:gd name="adj" fmla="val 3871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65192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tecNO_AUTH non documenté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965192" y="180136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Transférer des parts exige un MPTokenAuthorize du destinataire. Absent des cinq causes d'échec que la doc énumère.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3959352" cy="1417320"/>
          </a:xfrm>
          <a:prstGeom prst="roundRect">
            <a:avLst>
              <a:gd name="adj" fmla="val 3871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28986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GracePeriod : plancher à 60 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337413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s renvoie temINVALID, qui ne nomme ni le champ ni la borne. Trouvé par dichotomie, en sept essais.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715768"/>
            <a:ext cx="3959352" cy="1417320"/>
          </a:xfrm>
          <a:prstGeom prst="roundRect">
            <a:avLst>
              <a:gd name="adj" fmla="val 3871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965192" y="28986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tfLoanImpair : tecTOO_SOON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965192" y="337413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l'échéance et après. Le seul outil de gestion du risque du broker est resté inutilisable.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FEEDBACK.md — 3 pages, tri par sévérité. Journal brut : 1 620 lignes.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PROPOSE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corrections, une contribution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225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2070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Renommer CoverRateLiquidation, ou exposer la couverture effective par unité de dette sur le nœud LoanBroker.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002536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98424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LiquidityBufferMinimum sur le broker : aujourd'hui un seul prêt peut enfermer tous les déposants.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2779776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6148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dire aux erreurs quel champ est en cause. temINVALID sur dix champs numériques se debug à l'aveugle.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A2130"/>
          </a:solidFill>
          <a:ln w="9525">
            <a:solidFill>
              <a:srgbClr val="2C344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37124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5C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 de doc prête à partir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986784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C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depostitor · PrincipleOutstanding · l'opt-in manquant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840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EDF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github.com/charlyppr/xrpl-lending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62686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CY-HACK — Exit Lane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Exit Lane</dc:title>
  <dc:subject>PptxGenJS Presentation</dc:subject>
  <dc:creator>CY-HACK</dc:creator>
  <cp:lastModifiedBy>CY-HACK</cp:lastModifiedBy>
  <cp:revision>1</cp:revision>
  <dcterms:created xsi:type="dcterms:W3CDTF">2026-09-12T13:32:20Z</dcterms:created>
  <dcterms:modified xsi:type="dcterms:W3CDTF">2026-09-12T13:32:20Z</dcterms:modified>
</cp:coreProperties>
</file>