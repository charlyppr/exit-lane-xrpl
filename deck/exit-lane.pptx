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7498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12280" y="768096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80" kern="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 1 · VAULT OPEN-ENDED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804672" y="187452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006A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" y="1874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XLS-65 + XLS-66 + TOKENESCROW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233672" y="194767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 HACKATHON DEVNET · 12-13 SEPTEMBRE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871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Exit Lane.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58444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vault open-ended promet le retrait à tout moment.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ne peut plus le tenir dès qu'il fonctionne bien.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Lending Protocol V1   ·   xrpl@4.6.0   ·   network_id 4001   ·   rippled 3.4.0-rc1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 LANE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PROBLÈME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Ouvert en droit, fermé en fait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828800"/>
            <a:ext cx="3368040" cy="1371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42416" y="2048256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6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2670048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 vault prêté en une transaction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0456" y="1828800"/>
            <a:ext cx="3368040" cy="1371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8200" y="2048256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45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648200" y="2670048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 encore retirables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16240" y="1828800"/>
            <a:ext cx="3368040" cy="1371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53984" y="2048256"/>
            <a:ext cx="291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mois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253984" y="2670048"/>
            <a:ext cx="291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capital immobilisé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4672" y="3529584"/>
            <a:ext cx="10579608" cy="2231136"/>
          </a:xfrm>
          <a:prstGeom prst="roundRect">
            <a:avLst>
              <a:gd name="adj" fmla="val 4098"/>
            </a:avLst>
          </a:prstGeom>
          <a:solidFill>
            <a:srgbClr val="001233"/>
          </a:solidFill>
          <a:ln w="9525">
            <a:solidFill>
              <a:srgbClr val="1630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721608"/>
            <a:ext cx="105156" cy="10515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8" name="Shape 15"/>
          <p:cNvSpPr/>
          <p:nvPr/>
        </p:nvSpPr>
        <p:spPr>
          <a:xfrm>
            <a:off x="1234440" y="3721608"/>
            <a:ext cx="105156" cy="10515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9" name="Shape 16"/>
          <p:cNvSpPr/>
          <p:nvPr/>
        </p:nvSpPr>
        <p:spPr>
          <a:xfrm>
            <a:off x="1426464" y="3721608"/>
            <a:ext cx="105156" cy="10515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19072" y="3703320"/>
            <a:ext cx="9390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scripts/demo.mjs — scène 1/4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04672" y="3986784"/>
            <a:ext cx="10579608" cy="7315"/>
          </a:xfrm>
          <a:prstGeom prst="rect">
            <a:avLst/>
          </a:prstGeom>
          <a:solidFill>
            <a:srgbClr val="1630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78992" y="41330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</a:t>
            </a:r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scripts/demo.mjs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78992" y="43616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078992" y="45902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Actif total        </a:t>
            </a:r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25.000000 XRP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8188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Prêté              </a:t>
            </a:r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25.000000 XRP</a:t>
            </a:r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(100.0 % du vault)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" y="50474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Disponible         </a:t>
            </a:r>
            <a:pPr indent="0" marL="0">
              <a:buNone/>
            </a:pPr>
            <a:r>
              <a:rPr lang="en-US" sz="1050" b="1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—</a:t>
            </a:r>
            <a:pPr indent="0" marL="0">
              <a:buNone/>
            </a:pPr>
            <a:r>
              <a:rPr lang="en-US" sz="1050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← champ ABSENT du nœud, pas zéro explicite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078992" y="5276088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Valeur d'une part  </a:t>
            </a:r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1.000000000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04672" y="59253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Rencontré en écrivant la démo, pas mis en scène.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 LANE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DÉCOUVERTE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protocole dit non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810512"/>
            <a:ext cx="10579608" cy="2286000"/>
          </a:xfrm>
          <a:prstGeom prst="roundRect">
            <a:avLst>
              <a:gd name="adj" fmla="val 4000"/>
            </a:avLst>
          </a:prstGeom>
          <a:solidFill>
            <a:srgbClr val="001233"/>
          </a:solidFill>
          <a:ln w="9525">
            <a:solidFill>
              <a:srgbClr val="1630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2002536"/>
            <a:ext cx="105156" cy="10515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002536"/>
            <a:ext cx="105156" cy="10515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7"/>
          <p:cNvSpPr/>
          <p:nvPr/>
        </p:nvSpPr>
        <p:spPr>
          <a:xfrm>
            <a:off x="1426464" y="2002536"/>
            <a:ext cx="105156" cy="10515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19072" y="1984248"/>
            <a:ext cx="9390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scripts/demo.mjs — scène 2/4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04672" y="2267712"/>
            <a:ext cx="10579608" cy="7315"/>
          </a:xfrm>
          <a:prstGeom prst="rect">
            <a:avLst/>
          </a:prstGeom>
          <a:solidFill>
            <a:srgbClr val="16306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78992" y="2414016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VaultWithdraw</a:t>
            </a:r>
            <a:pPr indent="0" marL="0">
              <a:buNone/>
            </a:pPr>
            <a:r>
              <a:rPr lang="en-US" sz="11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7 500 000 parts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688336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2962656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⛔ tecINSUFFICIENT_FUNDS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" y="3236976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7AB5622EAEFC70A6B005EAED9411EA3D62539A16E5EF5D8C8E33F8BE493CF934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" y="4352544"/>
            <a:ext cx="5170932" cy="1005840"/>
          </a:xfrm>
          <a:prstGeom prst="roundRect">
            <a:avLst>
              <a:gd name="adj" fmla="val 10909"/>
            </a:avLst>
          </a:prstGeom>
          <a:solidFill>
            <a:srgbClr val="E1F4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78992" y="45354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8F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tec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4882896"/>
            <a:ext cx="4622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Écrite dans le ledger, avec un hash. Vérifiable.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13348" y="4352544"/>
            <a:ext cx="5170932" cy="100584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87668" y="45354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87668" y="4882896"/>
            <a:ext cx="46222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Rejet local. Aucune trace, aucun hash.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04672" y="56692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Nos cinq garde-fous sont des tec.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 LANE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RÉPONSE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Céder la part, jamais la créance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920240"/>
            <a:ext cx="5170932" cy="3154680"/>
          </a:xfrm>
          <a:prstGeom prst="roundRect">
            <a:avLst>
              <a:gd name="adj" fmla="val 3478"/>
            </a:avLst>
          </a:prstGeom>
          <a:solidFill>
            <a:srgbClr val="FAEDE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1945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C455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 CESSIBLE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468880"/>
            <a:ext cx="4549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Loan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035808"/>
            <a:ext cx="4549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Aucune des 15 transactions XLS-65 / XLS-66 ne la transfère. L'emprunteur ne voit rien.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115568" y="4535424"/>
            <a:ext cx="1789938" cy="237744"/>
          </a:xfrm>
          <a:prstGeom prst="roundRect">
            <a:avLst>
              <a:gd name="adj" fmla="val 50000"/>
            </a:avLst>
          </a:prstGeom>
          <a:solidFill>
            <a:srgbClr val="F6DCD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4535424"/>
            <a:ext cx="1789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40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aucun transfert de créance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3348" y="1920240"/>
            <a:ext cx="5170932" cy="3154680"/>
          </a:xfrm>
          <a:prstGeom prst="roundRect">
            <a:avLst>
              <a:gd name="adj" fmla="val 3478"/>
            </a:avLst>
          </a:prstGeom>
          <a:solidFill>
            <a:srgbClr val="E1F4E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24244" y="21945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E8F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CESSIBLE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24244" y="2468880"/>
            <a:ext cx="45491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de vault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6524244" y="3035808"/>
            <a:ext cx="4549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MPT. Transférable, escrowable, et il porte le rendement avec lui.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24244" y="45354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C9EDE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24244" y="4535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6B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MPTokenAuthorize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859268" y="453542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C9EDE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59268" y="4535424"/>
            <a:ext cx="973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6B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EscrowCreate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961120" y="453542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C9EDE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0" y="4535424"/>
            <a:ext cx="973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6B4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EscrowFinish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04672" y="5440680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Vendre une part de fonds obligataire ne vend pas les obligations du portefeuille.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 LANE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MÉCANISME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coffres, une seule clé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920240"/>
            <a:ext cx="2507742" cy="2788920"/>
          </a:xfrm>
          <a:prstGeom prst="roundRect">
            <a:avLst>
              <a:gd name="adj" fmla="val 4376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2139696"/>
            <a:ext cx="256032" cy="256032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42416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2523744"/>
            <a:ext cx="2032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L'acheteur bloque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" y="3017520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 s'engage en premier.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42416" y="4261104"/>
            <a:ext cx="1381887" cy="237744"/>
          </a:xfrm>
          <a:prstGeom prst="roundRect">
            <a:avLst>
              <a:gd name="adj" fmla="val 50000"/>
            </a:avLst>
          </a:prstGeom>
          <a:solidFill>
            <a:srgbClr val="BAEA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42416" y="4261104"/>
            <a:ext cx="1381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EscrowCreate · +2 h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95294" y="1920240"/>
            <a:ext cx="2507742" cy="2788920"/>
          </a:xfrm>
          <a:prstGeom prst="roundRect">
            <a:avLst>
              <a:gd name="adj" fmla="val 4376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33038" y="2139696"/>
            <a:ext cx="256032" cy="256032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33038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733038" y="2523744"/>
            <a:ext cx="2032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vendeuse bloque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733038" y="3017520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Expiration plus courte : elle garde le temps d'encaisser.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733038" y="4261104"/>
            <a:ext cx="1381887" cy="237744"/>
          </a:xfrm>
          <a:prstGeom prst="roundRect">
            <a:avLst>
              <a:gd name="adj" fmla="val 50000"/>
            </a:avLst>
          </a:prstGeom>
          <a:solidFill>
            <a:srgbClr val="BAEA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733038" y="4261104"/>
            <a:ext cx="13818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EscrowCreate · +1 h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85916" y="1920240"/>
            <a:ext cx="2507742" cy="2788920"/>
          </a:xfrm>
          <a:prstGeom prst="roundRect">
            <a:avLst>
              <a:gd name="adj" fmla="val 4376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3660" y="2139696"/>
            <a:ext cx="256032" cy="256032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2366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23660" y="2523744"/>
            <a:ext cx="2032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L'acheteur prend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23660" y="3017520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Pour prendre les parts, il doit publier la clé.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23660" y="426110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BAEA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23660" y="4261104"/>
            <a:ext cx="973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EscrowFinish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876538" y="1920240"/>
            <a:ext cx="2507742" cy="2788920"/>
          </a:xfrm>
          <a:prstGeom prst="roundRect">
            <a:avLst>
              <a:gd name="adj" fmla="val 4376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14282" y="2139696"/>
            <a:ext cx="256032" cy="256032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14282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14282" y="2523744"/>
            <a:ext cx="20322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vendeuse encaisse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14282" y="3017520"/>
            <a:ext cx="20322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secret est relu dans le ledger.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114282" y="4261104"/>
            <a:ext cx="973836" cy="237744"/>
          </a:xfrm>
          <a:prstGeom prst="roundRect">
            <a:avLst>
              <a:gd name="adj" fmla="val 50000"/>
            </a:avLst>
          </a:prstGeom>
          <a:solidFill>
            <a:srgbClr val="BAEA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14282" y="4261104"/>
            <a:ext cx="973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EscrowFinish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804672" y="5074920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Une seule condition PREIMAGE-SHA-256 pour les deux escrows. Inverser les durées casse l'échange.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804672" y="5458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 notaire, ni séquestre, ni confiance.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17373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MAINTENANT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749808" y="2057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Démo live.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32004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transactions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56 secondes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D4E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direct sur le devnet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40680" y="1645920"/>
            <a:ext cx="5943600" cy="4114800"/>
          </a:xfrm>
          <a:prstGeom prst="roundRect">
            <a:avLst>
              <a:gd name="adj" fmla="val 2222"/>
            </a:avLst>
          </a:prstGeom>
          <a:solidFill>
            <a:srgbClr val="001233"/>
          </a:solidFill>
          <a:ln w="9525">
            <a:solidFill>
              <a:srgbClr val="1630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78424" y="1837944"/>
            <a:ext cx="105156" cy="10515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5870448" y="1837944"/>
            <a:ext cx="105156" cy="10515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6"/>
          <p:cNvSpPr/>
          <p:nvPr/>
        </p:nvSpPr>
        <p:spPr>
          <a:xfrm>
            <a:off x="6062472" y="1837944"/>
            <a:ext cx="105156" cy="10515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181965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 scripts/demo.mjs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40680" y="2103120"/>
            <a:ext cx="5943600" cy="7315"/>
          </a:xfrm>
          <a:prstGeom prst="rect">
            <a:avLst/>
          </a:prstGeom>
          <a:solidFill>
            <a:srgbClr val="16306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15000" y="22494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CE QU'ON VIENT DE PROUVER, EN 13 TRANSACTIONS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4780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7066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VaultCreate  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715000" y="29352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VaultDeposit 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31638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LoanBrokerSet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3924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LoanSet 100% 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715000" y="36210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⛔ </a:t>
            </a:r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VaultWithdraw        </a:t>
            </a:r>
            <a:pPr indent="0" marL="0">
              <a:buNone/>
            </a:pPr>
            <a:r>
              <a:rPr lang="en-US" sz="1050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tecINSUFFICIENT_FUNDS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38496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EscrowCreate ×2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0782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EscrowFinish ×2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715000" y="43068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LoanPay      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715000" y="45354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VaultWithdraw       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715000" y="47640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9926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Durée totale : 00:56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EXIT LANE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EXÉCUTION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bar : 8 sur 8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828800"/>
            <a:ext cx="6858000" cy="3566160"/>
          </a:xfrm>
          <a:prstGeom prst="roundRect">
            <a:avLst>
              <a:gd name="adj" fmla="val 2564"/>
            </a:avLst>
          </a:prstGeom>
          <a:solidFill>
            <a:srgbClr val="001233"/>
          </a:solidFill>
          <a:ln w="9525">
            <a:solidFill>
              <a:srgbClr val="16306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2020824"/>
            <a:ext cx="105156" cy="10515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020824"/>
            <a:ext cx="105156" cy="10515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7"/>
          <p:cNvSpPr/>
          <p:nvPr/>
        </p:nvSpPr>
        <p:spPr>
          <a:xfrm>
            <a:off x="1426464" y="2020824"/>
            <a:ext cx="105156" cy="10515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19072" y="2002536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étapes, un seul run, chaque hash dans le README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04672" y="2286000"/>
            <a:ext cx="6858000" cy="7315"/>
          </a:xfrm>
          <a:prstGeom prst="rect">
            <a:avLst/>
          </a:prstGeom>
          <a:solidFill>
            <a:srgbClr val="16306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78992" y="24323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 Vault open-ended    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VaultCreate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6609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 Dépôt de la prêteuse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VaultDeposit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28895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 Broker + first-loss 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LoanBrokerSet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" y="31181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 Origination + drawdown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LoanSet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078992" y="33467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 Remboursement       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LoanPay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35753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 Capital + rendement 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VaultWithdraw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38039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 Garde-fous provoqués    </a:t>
            </a:r>
            <a:pPr indent="0" marL="0">
              <a:buNone/>
            </a:pPr>
            <a:r>
              <a:rPr lang="en-US" sz="1050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× tec</a:t>
            </a:r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contrôle positif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40325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 Use case                </a:t>
            </a:r>
            <a:pPr indent="0" marL="0">
              <a:buNone/>
            </a:pPr>
            <a:r>
              <a:rPr lang="en-US" sz="1050" dirty="0">
                <a:solidFill>
                  <a:srgbClr val="6DC3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Exit Lane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42611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4489704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valeur de part  1.000000000 → </a:t>
            </a:r>
            <a:pPr indent="0" marL="0">
              <a:buNone/>
            </a:pPr>
            <a:r>
              <a:rPr lang="en-US" sz="1050" dirty="0">
                <a:solidFill>
                  <a:srgbClr val="35C48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1.006443880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36992" y="1828800"/>
            <a:ext cx="3447288" cy="10972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93024" y="19933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15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8193024" y="2450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types XLS-65 et XLS-66 soumis au ledger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936992" y="3054096"/>
            <a:ext cx="3447288" cy="10972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93024" y="3218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8193024" y="3675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à la main : tout est typé en 4.6.0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936992" y="4279392"/>
            <a:ext cx="3447288" cy="10972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93024" y="44439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6A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8193024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helper de signature réécrit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 · 40 % DE LA NOTE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ITEM N°1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 First-loss capital » : le nom ment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1920240"/>
          <a:ext cx="1057960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  <a:gridCol w="1051560"/>
                <a:gridCol w="1737360"/>
                <a:gridCol w="2011680"/>
                <a:gridCol w="2121408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DÉCOR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VAULT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PRÊT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COUVERTURE POSTÉE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COUVERTURE PONCTIONNÉE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PERTE DU DÉPOSANT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60" kern="0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VALEUR DE LA PART</a:t>
                      </a:r>
                      <a:endParaRPr lang="en-US" sz="8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C5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4553A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0,25 XRP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1C5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49,75 XRP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1,000 → 0,751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1C5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 XRP</a:t>
                      </a:r>
                      <a:endParaRPr lang="en-US" sz="11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4553A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0,02 XRP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1C5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3,98 XRP · 79,6 %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F666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1,000 → 0,204</a:t>
                      </a:r>
                      <a:endParaRPr lang="en-US" sz="11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28016" marR="12801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04672" y="3310128"/>
            <a:ext cx="10579608" cy="1883664"/>
          </a:xfrm>
          <a:prstGeom prst="roundRect">
            <a:avLst>
              <a:gd name="adj" fmla="val 4854"/>
            </a:avLst>
          </a:prstGeom>
          <a:solidFill>
            <a:srgbClr val="001233"/>
          </a:solidFill>
          <a:ln w="9525">
            <a:solidFill>
              <a:srgbClr val="16306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42416" y="3502152"/>
            <a:ext cx="105156" cy="10515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1234440" y="3502152"/>
            <a:ext cx="105156" cy="10515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426464" y="3502152"/>
            <a:ext cx="105156" cy="10515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719072" y="3483864"/>
            <a:ext cx="9390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 nom, et ce qu'il fait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804672" y="3767328"/>
            <a:ext cx="10579608" cy="7315"/>
          </a:xfrm>
          <a:prstGeom prst="rect">
            <a:avLst/>
          </a:prstGeom>
          <a:solidFill>
            <a:srgbClr val="16306B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078992" y="3913632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CoverRateLiquidation: 5 %</a:t>
            </a:r>
            <a:pPr indent="0" marL="0">
              <a:buNone/>
            </a:pPr>
            <a:r>
              <a:rPr lang="en-US" sz="11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se lit  « 5 % du défaut »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078992" y="4187952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</a:t>
            </a:r>
            <a:pPr indent="0" marL="0">
              <a:buNone/>
            </a:pPr>
            <a:r>
              <a:rPr lang="en-US" sz="1150" b="1" dirty="0">
                <a:solidFill>
                  <a:srgbClr val="FF9E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c'est   « 5 % du minimum requis »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78992" y="4462272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078992" y="4736592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6B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deux ordres de grandeur, et les trois taux du broker sont figés à sa création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" y="5394960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Dans la minute, le broker a repris les 98 % intacts : le défaut met DebtTotal à zéro, donc le plancher aussi.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EB3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006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AUTRES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1C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Toutes reproductibles, toutes avec leur hash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1920240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42416" y="2121408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retard d'une seconde bloque tout paiement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42416" y="2670048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flag tfLoanLatePayment est requis, et n'est pas documenté comme tel.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42416" y="323697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AEDE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42416" y="32369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5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tecEXPIRED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410456" y="1920240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48200" y="2121408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valeur de part évidente est 150 % trop haute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48200" y="2670048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LossUnrealized n'est pas déduit d'AssetsTotal, et disparaît du nœud à zéro.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48200" y="3236976"/>
            <a:ext cx="1042416" cy="237744"/>
          </a:xfrm>
          <a:prstGeom prst="roundRect">
            <a:avLst>
              <a:gd name="adj" fmla="val 50000"/>
            </a:avLst>
          </a:prstGeom>
          <a:solidFill>
            <a:srgbClr val="FAEDE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48200" y="32369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55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LossUnrealized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016240" y="1920240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53984" y="2121408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AssetsMaximum: 0 désactive le plafond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253984" y="2670048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 lieu de geler les dépôts. Irréversible tant qu'il reste des déposants.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53984" y="3236976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53984" y="323697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tecLIMIT_EXCEEDED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04672" y="3675888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2416" y="3877056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 flag d'amendment ne dit pas ce qui est appliqué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42416" y="4425696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V1.1 est enabled, sa restriction sur LoanBrokerSet ne l'est pas.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42416" y="4992624"/>
            <a:ext cx="1042416" cy="237744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42416" y="499262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tesSUCCESS × 2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410456" y="3675888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48200" y="3877056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tableau de bord = 8 appels RPC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648200" y="4425696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 6 formules à la main. loan_info n'existe pas, vault → prêts n'a pas d'index.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48200" y="4992624"/>
            <a:ext cx="1207008" cy="237744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648200" y="49926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missing primitive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8016240" y="3675888"/>
            <a:ext cx="3368040" cy="164592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9525">
            <a:solidFill>
              <a:srgbClr val="E2E5E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53984" y="3877056"/>
            <a:ext cx="2892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seul code pour deux remèdes opposés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253984" y="4425696"/>
            <a:ext cx="289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Déposer de la couverture, ou attendre des déposants.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253984" y="4992624"/>
            <a:ext cx="1426464" cy="237744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253984" y="499262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45C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tecINSUFFICIENT_FUNDS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804672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01C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FEEDBACK.md — chaque item avec sa repro et son hash.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AEB3B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04672" y="47548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8FA6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FEEDBACK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9555480" y="47548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6D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· 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04672" y="87782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 QU'ON PROPOSE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04672" y="1078992"/>
            <a:ext cx="10579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Trois corrections, quatre contributions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804672" y="2075688"/>
            <a:ext cx="292608" cy="292608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16736" y="2057400"/>
            <a:ext cx="10067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Retourner les champs nuls, et les grandeurs dérivées.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2386584"/>
            <a:ext cx="984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BD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SharePriceNet, MaxWithdrawable, DebtCapacity. Supprime une classe entière de bugs clients silencieux — dont le nôtre.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" y="3081528"/>
            <a:ext cx="292608" cy="292608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316736" y="3063240"/>
            <a:ext cx="10067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Faire dire à chaque tec sa cause.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16736" y="3392424"/>
            <a:ext cx="984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BD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Quatre codes couvrent deux à quatre situations, parfois de remèdes opposés.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" y="4087368"/>
            <a:ext cx="292608" cy="292608"/>
          </a:xfrm>
          <a:prstGeom prst="ellipse">
            <a:avLst/>
          </a:prstGeom>
          <a:solidFill>
            <a:srgbClr val="006A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16736" y="4069080"/>
            <a:ext cx="10067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Documenter le paiement en retard.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16736" y="4398264"/>
            <a:ext cx="9848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BD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tecEXPIRED dans la table de LoanPay, et le flag donné comme requis.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" y="5212080"/>
            <a:ext cx="10579608" cy="914400"/>
          </a:xfrm>
          <a:prstGeom prst="roundRect">
            <a:avLst>
              <a:gd name="adj" fmla="val 12000"/>
            </a:avLst>
          </a:prstGeom>
          <a:solidFill>
            <a:srgbClr val="0A2A72"/>
          </a:solidFill>
          <a:ln w="9525">
            <a:solidFill>
              <a:srgbClr val="1C3D8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7280" y="53949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PRÊT À PARTIR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97280" y="5669280"/>
            <a:ext cx="2570378" cy="237744"/>
          </a:xfrm>
          <a:prstGeom prst="roundRect">
            <a:avLst>
              <a:gd name="adj" fmla="val 50000"/>
            </a:avLst>
          </a:prstGeom>
          <a:solidFill>
            <a:srgbClr val="12357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97280" y="5669280"/>
            <a:ext cx="25703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 xrpl.js : signer LoanSet côté contrepartie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13962" y="5669280"/>
            <a:ext cx="1090696" cy="237744"/>
          </a:xfrm>
          <a:prstGeom prst="roundRect">
            <a:avLst>
              <a:gd name="adj" fmla="val 50000"/>
            </a:avLst>
          </a:prstGeom>
          <a:solidFill>
            <a:srgbClr val="12357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13962" y="5669280"/>
            <a:ext cx="1090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 doc : 2 typos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50963" y="5669280"/>
            <a:ext cx="1856049" cy="237744"/>
          </a:xfrm>
          <a:prstGeom prst="roundRect">
            <a:avLst>
              <a:gd name="adj" fmla="val 50000"/>
            </a:avLst>
          </a:prstGeom>
          <a:solidFill>
            <a:srgbClr val="12357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050963" y="5669280"/>
            <a:ext cx="18560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1 ligne validateVaultCreate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053316" y="5669280"/>
            <a:ext cx="1294790" cy="237744"/>
          </a:xfrm>
          <a:prstGeom prst="roundRect">
            <a:avLst>
              <a:gd name="adj" fmla="val 50000"/>
            </a:avLst>
          </a:prstGeom>
          <a:solidFill>
            <a:srgbClr val="12357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053316" y="5669280"/>
            <a:ext cx="12947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DC3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_probe-inventory.mjs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5394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github.com/charlyppr/xrpl-lending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04672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CY-HACK · EXIT LANE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681228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XRPL LENDING PROTOCOL · HACKATHON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CY-HACK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Exit Lane</dc:title>
  <dc:subject>XRPL Lending Protocol Hackathon — Track 1</dc:subject>
  <dc:creator>CY-HACK</dc:creator>
  <cp:lastModifiedBy>CY-HACK</cp:lastModifiedBy>
  <cp:revision>1</cp:revision>
  <dcterms:created xsi:type="dcterms:W3CDTF">2026-09-12T17:27:28Z</dcterms:created>
  <dcterms:modified xsi:type="dcterms:W3CDTF">2026-09-12T17:27:28Z</dcterms:modified>
</cp:coreProperties>
</file>